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624444-1EAB-435E-B56B-CD6EB5BA1930}">
  <a:tblStyle styleId="{D8624444-1EAB-435E-B56B-CD6EB5BA19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digitalocean.com/community/tutorials/understanding-systemd-units-and-unit-files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irivlad.ru/2017/10/kak-ustanovit-v-avtozapusk-python-skript-ispolzuya-systemd/" TargetMode="External"/><Relationship Id="rId3" Type="http://schemas.openxmlformats.org/officeDocument/2006/relationships/hyperlink" Target="https://www.digitalocean.com/community/tutorials/how-to-use-journalctl-to-view-and-manipulate-systemd-logs-ru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d8e2b313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d8e2b313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d8e2b313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d8e2b313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d8e2b313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0d8e2b313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https://habr.com/ru/post/404511/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d8e2b313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d8e2b313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0d8e2b313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0d8e2b313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0d8e2b313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0d8e2b313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0d8e2b313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0d8e2b313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d8e2b313b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d8e2b313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f12d2e6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f12d2e6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f12d2e60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f12d2e60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0d8e2b313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0d8e2b313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0d8e2b313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0d8e2b313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file 3.img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(cpio -ivd &amp;&amp; cat &gt; 4.img) &lt; 3.img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unlz4 3.img.lz4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f749a8c0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ef749a8c0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rgbClr val="595959"/>
                </a:solidFill>
              </a:rPr>
              <a:t>проблема курицы и яйца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d8e2b313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0d8e2b313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0d8e2b313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0d8e2b313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https://habr.com/ru/articles/942760/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d8e2b313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0d8e2b313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0d8e2b313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0d8e2b313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2"/>
              </a:rPr>
              <a:t>https://www.digitalocean.com/community/tutorials/understanding-systemd-units-and-unit-files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0d8e2b313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0d8e2b313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0d8e2b313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0d8e2b313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2"/>
              </a:rPr>
              <a:t>https://mirivlad.ru/2017/10/kak-ustanovit-v-avtozapusk-python-skript-ispolzuya-systemd/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https://www.digitalocean.com/community/tutorials/how-to-use-journalctl-to-view-and-manipulate-systemd-logs-ru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torvalds/linux/blob/d30d0e49da71de8df10bf3ff1b3de880653af562/init/main.c#L903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Загрузка linux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Этапы загрузки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3737" y="698850"/>
            <a:ext cx="4196525" cy="405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BIOS (</a:t>
            </a:r>
            <a:r>
              <a:rPr lang="ru" sz="2400"/>
              <a:t>Basic Input/Output System</a:t>
            </a:r>
            <a:r>
              <a:rPr lang="ru"/>
              <a:t>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Отвечает за базовый ввод-вывод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Запускает POST (Power on self test)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Опрашивает устройства в поисках загрузчика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Передаёт управление в первый найденный загрузчик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9625" y="2331350"/>
            <a:ext cx="3282675" cy="24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UEFI (Unified Extensible Firmware Interface)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175" y="636725"/>
            <a:ext cx="7605645" cy="42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Загрузка через UEFI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7550"/>
            <a:ext cx="8520599" cy="2505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MBR vs GPT</a:t>
            </a:r>
            <a:endParaRPr/>
          </a:p>
        </p:txBody>
      </p:sp>
      <p:graphicFrame>
        <p:nvGraphicFramePr>
          <p:cNvPr id="86" name="Google Shape;86;p18"/>
          <p:cNvGraphicFramePr/>
          <p:nvPr/>
        </p:nvGraphicFramePr>
        <p:xfrm>
          <a:off x="311700" y="56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{D8624444-1EAB-435E-B56B-CD6EB5BA1930}</a:tableStyleId>
              </a:tblPr>
              <a:tblGrid>
                <a:gridCol w="1536925"/>
                <a:gridCol w="909150"/>
                <a:gridCol w="986000"/>
              </a:tblGrid>
              <a:tr h="392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MBR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GPT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Совместимость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полная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есть нюансы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6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Количество разделов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4*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128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6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Максимальный размер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2Tb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9.4Zb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1450" y="162227"/>
            <a:ext cx="4934701" cy="481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MBR (Master Boot Record)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847675"/>
            <a:ext cx="32412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Занимает 512 байт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Размещается в нулевом секторе устройства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Содержит таблицу разделов и указатель на загрузочную область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3025" y="818678"/>
            <a:ext cx="5410052" cy="4118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MBR (Master Boot Record)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688" y="660850"/>
            <a:ext cx="7538634" cy="42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GPT (GUID Partition Table)</a:t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2925"/>
            <a:ext cx="8194816" cy="427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GPTHead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846525"/>
            <a:ext cx="8839200" cy="201644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Protective MRB &amp;&amp; GPT headers</a:t>
            </a:r>
            <a:endParaRPr/>
          </a:p>
        </p:txBody>
      </p:sp>
      <p:pic>
        <p:nvPicPr>
          <p:cNvPr id="113" name="Google Shape;113;p22" title="Screenshot from 2025-10-31 21-13-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1875" y="637159"/>
            <a:ext cx="4500252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Partition Array</a:t>
            </a:r>
            <a:endParaRPr/>
          </a:p>
        </p:txBody>
      </p:sp>
      <p:pic>
        <p:nvPicPr>
          <p:cNvPr id="119" name="Google Shape;119;p23" title="PartitionArra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913" y="560525"/>
            <a:ext cx="8610164" cy="42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GRUB (Grand Unified Bootloader)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Предоставляет выбор ОС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Настраивается через конфиг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Понимает различные ФС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Загружает ядро и передаёт ему управление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Находится в /boot/grub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751" y="2105126"/>
            <a:ext cx="3542550" cy="266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3235675"/>
            <a:ext cx="4794300" cy="15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/etc/grub.d - шаги для компиляции grub.cfg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/etc/default/grub - настройки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$ update-grub2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Kernel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Создаёт временную корневую ФС Initial RAM Disk (initrd)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Подключает оборудование, загружает драйвера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Запускает /sbin/init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Находится в /boot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311600" y="4093050"/>
            <a:ext cx="852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https://github.com/torvalds/linux/blob/d30d0e49da71de8df10bf3ff1b3de880653af562/init/main.c#L903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initramfs</a:t>
            </a:r>
            <a:endParaRPr/>
          </a:p>
        </p:txBody>
      </p:sp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192" y="789125"/>
            <a:ext cx="7977608" cy="417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Sys V Init &amp; Runlevel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0 – прервать выполнение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1 – однопользовательский, режим восстановления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2 – многопользовательский CLI без сети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3 – многопользовательский CLI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4 – не используется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5 – GUI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6 – перезагрузка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Запускает службы из каталога /etc/rc&lt;level&gt;.d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Набор shell скриптов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systemd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Иерархическое монтирование ФС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Инициализация и настройка устройств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Параллельный запуск служб учитывая зависимости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Журнал journald (бинарный)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Планировщик заданий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Управление сетью networkd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Запуск служб по требованию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Системная шина DBus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$ systemctl list-units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$ systemctl status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$ systemd-analyze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Systemd units</a:t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service - обычная служба, программа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target - группа служб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device - файл устройства, генерируется на этапе загрузки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mount - точка монтирования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path - файл или папка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scope - процесс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slice - группа системных служб systemd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snapshot - сохраненное состояние запущенных служб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socket - сокет для взаимодействия между процессами.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systemctl</a:t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Список всех юнитов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# systemctl list-unit-files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Зависимости юнита: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# systemctl list-dependencies basic.target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Обновить информацию о службах: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# systemctl daemon-reload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Разрешить автозапуск: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# systemctl enable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Запустить сервис: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# systemctl start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Проверить статус: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# systemctl status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65" name="Google Shape;1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2051" y="695275"/>
            <a:ext cx="4812824" cy="41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Unit для systemd</a:t>
            </a:r>
            <a:endParaRPr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# systemctl edit sshd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[Unit]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Description=DemoUnit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After=network.target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Requires=network.target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[Service]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Type=forking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PIDFile=/var/run/demo.pid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WorkingDirectory=/srv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User=user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Group=user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Environment=ENV=production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ExecStart=/usr/bin/python3 /srv/service.py start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ExecStop=/usr/bin/python3 /srv/service.py stop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TimeoutSec=300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Restart=on-failure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[Install]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WantedBy=multi-user.target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