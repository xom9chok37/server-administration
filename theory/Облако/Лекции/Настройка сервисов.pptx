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540096/" TargetMode="External"/><Relationship Id="rId3" Type="http://schemas.openxmlformats.org/officeDocument/2006/relationships/hyperlink" Target="https://losst.ru/rsync-primery-sinhronizatsii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digitalocean.com/community/tutorials/understanding-systemd-units-and-unit-files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https://habr.com/ru/post/540096/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https://losst.ru/rsync-primery-sinhronizatsii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https://habr.com/ru/companies/factory5/articles/842518/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https://habr.com/ru/articles/749714/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979e81b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979e81b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979e81b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979e81b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979e81b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979e81b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979e81b4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979e81b4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e11032fc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e11032fc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11032fc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11032fc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https://habr.com/ru/articles/942760/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e11032fc4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1e11032fc4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https://www.digitalocean.com/community/tutorials/understanding-systemd-units-and-unit-files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e11032fc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e11032fc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46d1190a3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46d1190a3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979e81b4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979e81b4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979e81b4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979e81b4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979e81b4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979e81b4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979e81b4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979e81b4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625df4f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625df4f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digitalocean.com/community/tools/nginx?global.app.lang=ru" TargetMode="External"/><Relationship Id="rId4" Type="http://schemas.openxmlformats.org/officeDocument/2006/relationships/hyperlink" Target="https://habr.com/ru/post/561758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benoitc/gunicorn/blob/master/examples/example_config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сервисов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Современное веб-приложение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538" y="572700"/>
            <a:ext cx="6944924" cy="4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HTTP/1.1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Запрос: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GET /admin/ </a:t>
            </a:r>
            <a:r>
              <a:rPr lang="en">
                <a:solidFill>
                  <a:schemeClr val="dk1"/>
                </a:solidFill>
              </a:rPr>
              <a:t>HTTP/1.1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Host: developer.mozilla.org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Ответ: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HTTP/1.1 200 OK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Last-Modified: Tue, 01 Dec 2009 20:18:22 GMT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ETag: "51142bc1-7449-479b075b2891b"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Content-Length: 29769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Content-Type: text/html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&lt;!DOCTYPE html... (here comes the 29769 bytes of the requested web page)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Приложение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72700"/>
            <a:ext cx="4260300" cy="236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Примеры веб-серверов: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Apache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Nginx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Caddy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Lighttpd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5720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Примеры с</a:t>
            </a:r>
            <a:r>
              <a:rPr lang="en" sz="1800"/>
              <a:t>ерверов приложений: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gunicorn (python)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uwsgi (python/perl/ruby...)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php-fpm (php)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tomcat (java)</a:t>
            </a:r>
            <a:endParaRPr sz="1800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4938" y="2142600"/>
            <a:ext cx="6574125" cy="2808926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6494825" y="25590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494825" y="3834775"/>
            <a:ext cx="1030500" cy="70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status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stop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restart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reload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Управление автозапуском: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disable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$ systemctl enable nginx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Иерархическое монтирование ФС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Инициализация и настройка устройств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Параллельный запуск служб учитывая зависимости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Журнал journald (бинарный)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Планировщик заданий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Управление сетью networkd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Запуск служб по требованию</a:t>
            </a:r>
            <a:endParaRPr>
              <a:solidFill>
                <a:schemeClr val="dk1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Системная шина DBus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list-units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systemctl status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$ systemd-analyze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Systemd units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service - обычная служба, программа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target - группа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device - файл устройства, генерируется на этапе загрузки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mount - точка монтирования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path - файл или папка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scope - процесс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slice - группа системных служб systemd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snapshot - сохраненное состояние запущенных служб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socket - сокет для взаимодействия между процессами.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systemctl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695275"/>
            <a:ext cx="8520600" cy="40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Список всех юнитов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list-unit-files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Зависимости юнита: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list-dependencies basic.target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Обновить информацию о службах: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daemon-reload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Разрешить автозапуск: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enable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Запустить сервис: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# systemctl start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Проверить статус: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# systemctl status cron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2051" y="695275"/>
            <a:ext cx="4812824" cy="41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для systemd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95275"/>
            <a:ext cx="8520600" cy="43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# systemctl edit myapp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[Unit]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Description=Gunicorn Unit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After=network.target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Requires=network.target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[Service]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WorkingDirectory=/home/user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User=user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Group=user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Environment=ENV=production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ExecStart=gunicorn run:app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ExecStop=killall gunicorn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TimeoutSec=300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Restart=on-failure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[Install]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WantedBy=multi-user.target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vim 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systemctl status nginx - узнать путь, скрин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ln -s /home/tyvik/Универ/python/app.service /usr/lib/systemd/system/app.service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daemon-reload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start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status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sudo systemctl enable app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572700"/>
            <a:ext cx="8520600" cy="38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user www-data www-data;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worker_processes 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error_log logs/error.log;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pid logs/nginx.pid;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http 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    charset utf-8;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ssl_protocols TLSv1.2 TLSv1.3;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ssl_ciphers DHE-RSA-AES256-GCM-SHA384;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/etc/nginx/conf.d/*.conf;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include                /etc/nginx/sites-enabled/*;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    access_log          /var/log/nginx/access.log;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    error_log              /var/log/nginx/error.log warn;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1635000" y="4467550"/>
            <a:ext cx="587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https://www.digitalocean.com/community/tools/nginx?global.app.lang=ru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https://habr.com/ru/post/561758/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NGINX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572700"/>
            <a:ext cx="8520600" cy="42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upstream big_server_com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server 127.0.0.1:8000;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 unix:/tmp/gunicorn.sock fail_timeout=0;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server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listen 443 ssl;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server_name domain1.com www.domain1.com;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^/(images|javascript|js|css|flash|media|static)/ 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root    /var/www/virtual/big.server.com/htdocs;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location ~ \.php$ {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    fastcgi_pass   127.0.0.1:1025;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    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location /app {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proxy_set_header Host $http_host;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    proxy_pass      http://big_server_com;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600">
                <a:solidFill>
                  <a:schemeClr val="dk1"/>
                </a:solidFill>
              </a:rPr>
              <a:t>    }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600">
                <a:solidFill>
                  <a:schemeClr val="dk1"/>
                </a:solidFill>
              </a:rPr>
              <a:t>}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gunicorn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572700"/>
            <a:ext cx="8520600" cy="438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application:handler -b 0.0.0.0:5000 --workers 1 --log-level DEBUG --timeout 60 --user www-data --max-requests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$ gunicorn -c gunicorn.py application.handler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def max_workers():   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   return cpu_count() * 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def when_ready(server):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server.log.info("Server is ready. Spawning workers")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raw_env = [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'DJANGO_SECRET_KEY=something',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    'SPAM=eggs',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]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bind = '0.0.0.0:' + environ.get('PORT', '5000')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loglevel = environ.get('LOGLEVEL', 'WARNING')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max_requests = 100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workers = max_workers()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421400" y="4556700"/>
            <a:ext cx="6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https://github.com/benoitc/gunicorn/blob/master/examples/example_config.py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WSGI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572700"/>
            <a:ext cx="8520600" cy="17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должно быть вызываемым (callable) объектом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принимать два параметра: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словарь переменных окружения (environ)</a:t>
            </a:r>
            <a:endParaRPr sz="1700">
              <a:solidFill>
                <a:schemeClr val="dk1"/>
              </a:solidFill>
            </a:endParaRPr>
          </a:p>
          <a:p>
            <a:pPr indent="-33655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-"/>
            </a:pPr>
            <a:r>
              <a:rPr lang="en" sz="1700">
                <a:solidFill>
                  <a:schemeClr val="dk1"/>
                </a:solidFill>
              </a:rPr>
              <a:t>обработчик запроса (start_response)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вызывать обработчик запроса с кодом HTTP-ответа и HTTP-заголовками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возвращать итерируемый объект с телом ответа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200" y="2638600"/>
            <a:ext cx="3510100" cy="22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311700" y="2911550"/>
            <a:ext cx="501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def app(environ, start_response):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start_response(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'200 OK',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[('Content-Type', 'text/plain')]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yield b'Hello, world!'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Устали?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Пришли домой, а у вас свеженастроенный сервер сдох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