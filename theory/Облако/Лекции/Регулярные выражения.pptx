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regex101.com/" TargetMode="External"/><Relationship Id="rId3" Type="http://schemas.openxmlformats.org/officeDocument/2006/relationships/hyperlink" Target="https://jex.im/regulex/" TargetMode="External"/><Relationship Id="rId4" Type="http://schemas.openxmlformats.org/officeDocument/2006/relationships/hyperlink" Target="https://habr.com/ru/post/545150/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https://habr.com/ru/company/pvs-studio/blog/697294/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4abfef7f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4abfef7f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4abfef7f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4abfef7f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4abfef7f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4abfef7f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c4abfef7f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c4abfef7f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4abfef7f3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c4abfef7f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c4abfef7f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c4abfef7f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c4abfef7f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c4abfef7f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https://regex101.com/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https://jex.im/regulex/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https://habr.com/ru/post/545150/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c4abfef7f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c4abfef7f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699925"/>
            <a:ext cx="8520600" cy="148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Регулярные выражения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2150" y="2728350"/>
            <a:ext cx="5219700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Что такое и с чем едят?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613650"/>
            <a:ext cx="8520600" cy="8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Поиск подстроки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Валидация текста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11600" y="2113500"/>
            <a:ext cx="8520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(?:[A-Z0-9](?:[A-Z0-9-]{0,61}[A-Z0-9])?\.)+)(?:[A-Z0-9-]{2,63}(?&lt;!-) - проверка на домен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url(r'^(?P&lt;name&gt;[a-zA-Z0-9_]+)/', QuizView.as_view(), name='quiz_map') - из urls.py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\&lt; *[img][^\&gt;]*[src] *= *[\"\']{0,1}([^\"\'\ &gt;]*) - ссылки на изображения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^[Ll]o[0-9.]*$ - из системы мониторинга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/\b(?:ISBN(?:: ?| ))?((?:97[89])?\d{9}[\dx])\b/i - проверка ISBN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^\d+-[a-zA-Z\d-]+$ - именование ветки в git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Группы символов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613650"/>
            <a:ext cx="8520600" cy="14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[aeyuio] - перечисление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[a-su-z] - интервалы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[^aeyuio] - исключение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(aey) - группа символов aey подряд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(aa|bb) - группа символов aa или bb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11700" y="2694350"/>
            <a:ext cx="852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b(az|c)b\1 = bazbaz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(http|https) - проверка на протокол HTTP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[0-9A-Fa-f] - hex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Символьные классы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613650"/>
            <a:ext cx="8520600" cy="14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\d - digit, цифра [0-9]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\s - space, пробельные символы [\t\n\v\f\r ]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\w - word, буква/цифра/подчёркивание [a-zA-Z0-9_]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. - любой символ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311700" y="2140650"/>
            <a:ext cx="8520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([A-Z])\w+ - слово с заглавной буквы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\d\d\d\d\d\d - почтовый индекс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\d\d\d\d\s\d\d\d\d\d\d\d\d - серия и номер паспорта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\d\d\w\w\s\d\d\d\d\d\d - серия и номер ВУ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Квантификаторы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613650"/>
            <a:ext cx="8520600" cy="16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{n} - точно n символов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{n, m} - от n до m символов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+ - 1 и более символов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? - 0 или 1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* - 0 и более символов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311700" y="2750250"/>
            <a:ext cx="8520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\d{6} - почтовый индекс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\d{4}\s\d{6} - серия и номер паспорта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\d{2}\w{2}\s\d{6} - серия и номер ВУ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</a:t>
            </a:r>
            <a:r>
              <a:rPr lang="en" sz="1600"/>
              <a:t>ttps? - протокол http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Якоря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613650"/>
            <a:ext cx="8520600" cy="14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^ - начало строки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$ - конец строки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\b - начало или конец слова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311700" y="2054550"/>
            <a:ext cx="48489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egrep "false$" /etc/passwd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egrep "^[st]" /etc/passwd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ls -la / | egrep " \w{3}$"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Жадные и ленивые алгоритмы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613650"/>
            <a:ext cx="8520600" cy="41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Жадный &lt;.*&gt;: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&lt;p&gt;&lt;b&gt;Википедия&lt;/b&gt; — свободная энциклопедия, в которой &lt;i&gt;каждый&lt;/i&gt; может изменить или дополнить любую статью&lt;/p&gt;</a:t>
            </a:r>
            <a:endParaRPr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95"/>
              <a:buChar char="●"/>
            </a:pPr>
            <a:r>
              <a:rPr lang="en">
                <a:solidFill>
                  <a:srgbClr val="000000"/>
                </a:solidFill>
              </a:rPr>
              <a:t>Ленивый &lt;.*?&gt;: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&lt;p&gt;&lt;b&gt;</a:t>
            </a:r>
            <a:r>
              <a:rPr lang="en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Википедия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&lt;/b&gt;</a:t>
            </a:r>
            <a:r>
              <a:rPr lang="en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 — свободная энциклопедия, в которой 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&lt;i&gt;</a:t>
            </a:r>
            <a:r>
              <a:rPr lang="en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каждый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&lt;/i&gt;</a:t>
            </a:r>
            <a:r>
              <a:rPr lang="en">
                <a:solidFill>
                  <a:schemeClr val="dk1"/>
                </a:solidFill>
                <a:highlight>
                  <a:srgbClr val="F8F9FA"/>
                </a:highlight>
                <a:latin typeface="Courier New"/>
                <a:ea typeface="Courier New"/>
                <a:cs typeface="Courier New"/>
                <a:sym typeface="Courier New"/>
              </a:rPr>
              <a:t> может изменить или дополнить любую статью</a:t>
            </a:r>
            <a:r>
              <a:rPr lang="en">
                <a:solidFill>
                  <a:schemeClr val="dk1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&lt;/p&gt;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613650"/>
            <a:ext cx="8520600" cy="416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Поиск времени 00:00 в строке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Поиск html цветов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Разделение полинома на группы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(?:[A-Z0-9](?:[A-Z0-9-]{0,61}[A-Z0-9])?\.)+)(?:[A-Z0-9-]{2,63}(?&lt;!-)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Версии браузеров в User-agent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Все языки в accept-language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Проверка даты в формате DD-MM-YYYY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Проверка телефонного номера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IPv4 адрес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Регистрационный номер автомобиля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Сумма в долларах</a:t>
            </a:r>
            <a:endParaRPr>
              <a:solidFill>
                <a:schemeClr val="dk1"/>
              </a:solidFill>
            </a:endParaRPr>
          </a:p>
          <a:p>
            <a:pPr indent="-317183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95"/>
              <a:buChar char="●"/>
            </a:pPr>
            <a:r>
              <a:rPr lang="en">
                <a:solidFill>
                  <a:schemeClr val="dk1"/>
                </a:solidFill>
              </a:rPr>
              <a:t>https://ravesli.com/problema-1-sootvetstvie-desyatichnym-chislam-regexp/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0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613650"/>
            <a:ext cx="8520600" cy="14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