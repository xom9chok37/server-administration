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D56871-3F52-4363-9196-870C1D3ED4F7}">
  <a:tblStyle styleId="{B3D56871-3F52-4363-9196-870C1D3ED4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gitalocean.com/community/tutorials/understanding-systemd-units-and-unit-files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d8e2b31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d8e2b31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d8e2b31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d8e2b31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d8e2b313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d8e2b313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d8e2b313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d8e2b313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d8e2b313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0d8e2b313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d8e2b313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d8e2b313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8e2b313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8e2b313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d8e2b313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d8e2b313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12d2e6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12d2e6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f12d2e60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f12d2e60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d8e2b313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d8e2b313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f749a8c0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ef749a8c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0d8e2b313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0d8e2b313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unmkinitramfs initramfs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file 3.img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(cpio -ivd &amp;&amp; cat &gt; 4.img) &lt; 3.img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unlz4 3.img.lz4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0d8e2b313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0d8e2b313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d8e2b313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d8e2b313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d8e2b313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d8e2b313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d8e2b313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d8e2b313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2"/>
              </a:rPr>
              <a:t>https://www.digitalocean.com/community/tutorials/understanding-systemd-units-and-unit-files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d8e2b313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d8e2b313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d8e2b313b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0d8e2b313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torvalds/linux/blob/d30d0e49da71de8df10bf3ff1b3de880653af562/init/main.c#L903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habr.com/ru/articles/942760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habr.com/ru/companies/k2tech/articles/101440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Загрузка linux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Этапы загрузки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3737" y="698850"/>
            <a:ext cx="4196525" cy="40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/>
              <a:t>BIOS (Basic Input/Output System)</a:t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Отвечает за базовый ввод-вывод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Запускает POST (Power on self test)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Опрашивает устройства в поисках загрузчика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Передаёт управление в первый найденный загрузчик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9625" y="2331350"/>
            <a:ext cx="3282675" cy="24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UEFI (Unified Extensible Firmware Interface)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175" y="636725"/>
            <a:ext cx="7605645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Загрузка через UEFI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27550"/>
            <a:ext cx="8520599" cy="250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vs GPT</a:t>
            </a:r>
            <a:endParaRPr/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5400238" y="130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{B3D56871-3F52-4363-9196-870C1D3ED4F7}</a:tableStyleId>
              </a:tblPr>
              <a:tblGrid>
                <a:gridCol w="1536925"/>
                <a:gridCol w="909150"/>
                <a:gridCol w="986000"/>
              </a:tblGrid>
              <a:tr h="392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MBR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GPT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Совместимость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полная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есть нюансы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Количество разделов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128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Максимальный размер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2Tb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9.4Zb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4692960" cy="45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5400263" y="560525"/>
            <a:ext cx="34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# gdisk /dev/sda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(Master Boot Record)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847675"/>
            <a:ext cx="32412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Занимает 512 байт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Размещается в нулевом секторе устройства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Содержит таблицу разделов и указатель на загрузочную область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025" y="818678"/>
            <a:ext cx="5410052" cy="411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MBR (Master Boot Record)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688" y="660850"/>
            <a:ext cx="7538634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GPT (GUID Partition Table)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2925"/>
            <a:ext cx="8194816" cy="4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 title="GPT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46525"/>
            <a:ext cx="8839200" cy="201644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Protective MRB &amp;&amp; GPT headers</a:t>
            </a:r>
            <a:endParaRPr/>
          </a:p>
        </p:txBody>
      </p:sp>
      <p:pic>
        <p:nvPicPr>
          <p:cNvPr id="114" name="Google Shape;114;p22" title="Screenshot from 2025-10-31 21-13-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1875" y="637159"/>
            <a:ext cx="4500252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Partition Array</a:t>
            </a:r>
            <a:endParaRPr/>
          </a:p>
        </p:txBody>
      </p:sp>
      <p:pic>
        <p:nvPicPr>
          <p:cNvPr id="120" name="Google Shape;120;p23" title="PartitionArr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13" y="560525"/>
            <a:ext cx="8610164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GRUB (Grand Unified Bootloader)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Предоставляет выбор ОС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Настраивается через конфиг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Понимает различные ФС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Загружает ядро и передаёт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ему управление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Находится в /boot/grub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3800" y="1902025"/>
            <a:ext cx="4310201" cy="324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3235675"/>
            <a:ext cx="4794300" cy="15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/etc/grub.d - шаги для компиляции grub.cfg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ru">
                <a:solidFill>
                  <a:schemeClr val="dk1"/>
                </a:solidFill>
              </a:rPr>
              <a:t>/etc/default/grub - настройки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$ update-grub2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initramfs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92" y="789125"/>
            <a:ext cx="7977608" cy="417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Kernel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Создаёт временную корневую ФС Initial RAM Disk (initrd)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Подключает оборудование, загружает драйвера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Запускает /sbin/init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Находится в /boot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311600" y="4093050"/>
            <a:ext cx="852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https://github.com/torvalds/linux/blob/d30d0e49da71de8df10bf3ff1b3de880653af562/init/main.c#L903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 V Init &amp; Runlevel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0 – прервать выполнение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1 – однопользовательский, режим восстановления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2 – многопользовательский CLI без сети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3 – многопользовательский CLI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4 – не используется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5 – GUI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6 – перезагрузка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Запускает службы из каталога /etc/rc&lt;level&gt;.d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Набор shell скриптов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systemd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56052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Иерархическое монтирование ФС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Инициализация и настройка устройств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Параллельный запуск служб учитывая зависимости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Журнал journald (бинарный)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Планировщик заданий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Управление сетью networkd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Запуск служб по требованию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</a:rPr>
              <a:t>Системная шина DBus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ru" sz="1600">
                <a:solidFill>
                  <a:schemeClr val="dk1"/>
                </a:solidFill>
              </a:rPr>
            </a:br>
            <a:r>
              <a:rPr lang="ru" sz="1600">
                <a:solidFill>
                  <a:schemeClr val="dk1"/>
                </a:solidFill>
              </a:rPr>
              <a:t>$ systemctl list-units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systemctl status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systemd-analyze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311700" y="4774200"/>
            <a:ext cx="52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3"/>
              </a:rPr>
              <a:t>Systemd: полное руководство для админов + примеры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Systemd units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service - обычная служба, программа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target - группа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device - файл устройства, генерируется на этапе загрузки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mount - точка монтирования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path - файл или папка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scope - процесс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slice - группа системных служб systemd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snapshot - сохраненное состояние запущенных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socket - сокет для взаимодействия между процессами.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systemctl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Список всех юнитов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list-unit-files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Зависимости юнита: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list-dependencies basic.target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Обновить информацию о службах: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daemon-reload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Разрешить автозапуск: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enable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Запустить сервис: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# systemctl start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Проверить статус: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# systemctl status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051" y="695275"/>
            <a:ext cx="4812824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Unit для systemd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# systemctl edit sshd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[Unit]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Description=DemoUnit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After=network.target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Requires=network.target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[Service]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Type=forking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PIDFile=/var/run/demo.pid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WorkingDirectory=/srv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User=user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Group=user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Environment=ENV=production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ExecStart=/usr/bin/python3 /srv/service.py start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ExecStop=/usr/bin/python3 /srv/service.py stop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TimeoutSec=300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Restart=on-failure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[Install]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WantedBy=multi-user.target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journalctl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695275"/>
            <a:ext cx="8520600" cy="3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Логи за последний час: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journalctl --since "1 hour ago"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Логи по одному юниту: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journalctl -u nginx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Фильтрация по уровню сообщения: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journalctl -p err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Удалить старые логи: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journalctl --vacuum-size=500M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$ journalctl --vacuum-time=7d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Семь бед - один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journalctl -xe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311700" y="4774200"/>
            <a:ext cx="526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hlinkClick r:id="rId3"/>
              </a:rPr>
              <a:t>Разбираем хаос в Linux‑логах: journald, rsyslog и файлы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